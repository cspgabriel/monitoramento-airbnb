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36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72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5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5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672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752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86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57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71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63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BEFF0-EC2E-4A9C-B15B-A70DE86DE915}" type="datetimeFigureOut">
              <a:rPr lang="pt-BR" smtClean="0"/>
              <a:t>24/01/2020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88244-8C8B-47C8-A109-436A8E1694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01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5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1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/>
          <a:srcRect l="10573" t="278" r="13707" b="6342"/>
          <a:stretch/>
        </p:blipFill>
        <p:spPr>
          <a:xfrm>
            <a:off x="3938693" y="1381990"/>
            <a:ext cx="7189970" cy="49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70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2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608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2E676D57C68B4085E9E6661115B264" ma:contentTypeVersion="12" ma:contentTypeDescription="Crie um novo documento." ma:contentTypeScope="" ma:versionID="1cd7cb7fa912571f1d25e6d95a66f803">
  <xsd:schema xmlns:xsd="http://www.w3.org/2001/XMLSchema" xmlns:xs="http://www.w3.org/2001/XMLSchema" xmlns:p="http://schemas.microsoft.com/office/2006/metadata/properties" xmlns:ns2="33a72aad-9dbe-4921-b7cc-866bd6bef448" xmlns:ns3="e40a93b1-623e-43ff-b6f0-2299ceb0393a" targetNamespace="http://schemas.microsoft.com/office/2006/metadata/properties" ma:root="true" ma:fieldsID="17d22c09ad9bc8ab3eb2703f679530b0" ns2:_="" ns3:_="">
    <xsd:import namespace="33a72aad-9dbe-4921-b7cc-866bd6bef448"/>
    <xsd:import namespace="e40a93b1-623e-43ff-b6f0-2299ceb039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72aad-9dbe-4921-b7cc-866bd6bef4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f0d481ad-c882-4a20-a0b0-e4a7aab264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0a93b1-623e-43ff-b6f0-2299ceb0393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3577391-ee92-4dc1-8ff8-f2a35b3181be}" ma:internalName="TaxCatchAll" ma:showField="CatchAllData" ma:web="e40a93b1-623e-43ff-b6f0-2299ceb039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33a72aad-9dbe-4921-b7cc-866bd6bef448" xsi:nil="true"/>
    <lcf76f155ced4ddcb4097134ff3c332f xmlns="33a72aad-9dbe-4921-b7cc-866bd6bef448">
      <Terms xmlns="http://schemas.microsoft.com/office/infopath/2007/PartnerControls"/>
    </lcf76f155ced4ddcb4097134ff3c332f>
    <TaxCatchAll xmlns="e40a93b1-623e-43ff-b6f0-2299ceb0393a" xsi:nil="true"/>
  </documentManagement>
</p:properties>
</file>

<file path=customXml/itemProps1.xml><?xml version="1.0" encoding="utf-8"?>
<ds:datastoreItem xmlns:ds="http://schemas.openxmlformats.org/officeDocument/2006/customXml" ds:itemID="{4C889B28-9F84-45E5-A662-4089677A9ED7}"/>
</file>

<file path=customXml/itemProps2.xml><?xml version="1.0" encoding="utf-8"?>
<ds:datastoreItem xmlns:ds="http://schemas.openxmlformats.org/officeDocument/2006/customXml" ds:itemID="{DA431663-2B19-400E-8566-9D7536ED990F}"/>
</file>

<file path=customXml/itemProps3.xml><?xml version="1.0" encoding="utf-8"?>
<ds:datastoreItem xmlns:ds="http://schemas.openxmlformats.org/officeDocument/2006/customXml" ds:itemID="{0DCED282-5C77-483C-9D30-B97D9CE5734A}"/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usuarioeventos</dc:creator>
  <cp:lastModifiedBy>usuarioeventos</cp:lastModifiedBy>
  <cp:revision>7</cp:revision>
  <dcterms:created xsi:type="dcterms:W3CDTF">2020-01-24T15:00:06Z</dcterms:created>
  <dcterms:modified xsi:type="dcterms:W3CDTF">2020-01-24T17:30:25Z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0x010100852E676D57C68B4085E9E6661115B264</vt:lpwstr>
  </property>
  <property fmtid="{D5CDD505-2E9C-101B-9397-08002B2CF9AE}" pid="3" name="Order">
    <vt:r8>12457200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